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73" r:id="rId7"/>
    <p:sldId id="274" r:id="rId8"/>
    <p:sldId id="260" r:id="rId9"/>
    <p:sldId id="276" r:id="rId10"/>
    <p:sldId id="277" r:id="rId11"/>
    <p:sldId id="278" r:id="rId12"/>
    <p:sldId id="279" r:id="rId13"/>
    <p:sldId id="281" r:id="rId14"/>
    <p:sldId id="280" r:id="rId15"/>
    <p:sldId id="289" r:id="rId16"/>
    <p:sldId id="282" r:id="rId17"/>
    <p:sldId id="283" r:id="rId18"/>
    <p:sldId id="284" r:id="rId19"/>
    <p:sldId id="285" r:id="rId20"/>
    <p:sldId id="286" r:id="rId21"/>
    <p:sldId id="287" r:id="rId22"/>
    <p:sldId id="266" r:id="rId23"/>
    <p:sldId id="269" r:id="rId24"/>
    <p:sldId id="28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D8789-70E0-4A45-8FA8-80F963FA24D0}" v="30" dt="2025-11-06T05:34:15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rishala N P" userId="af2958de27af9418" providerId="LiveId" clId="{E50698B8-E65D-4CEF-BB54-0ABF1B8467B7}"/>
    <pc:docChg chg="undo custSel addSld delSld modSld sldOrd">
      <pc:chgData name="Thrishala N P" userId="af2958de27af9418" providerId="LiveId" clId="{E50698B8-E65D-4CEF-BB54-0ABF1B8467B7}" dt="2025-11-06T06:38:04.785" v="721" actId="20577"/>
      <pc:docMkLst>
        <pc:docMk/>
      </pc:docMkLst>
      <pc:sldChg chg="modSp mod">
        <pc:chgData name="Thrishala N P" userId="af2958de27af9418" providerId="LiveId" clId="{E50698B8-E65D-4CEF-BB54-0ABF1B8467B7}" dt="2025-11-06T05:16:22.287" v="628"/>
        <pc:sldMkLst>
          <pc:docMk/>
          <pc:sldMk cId="576150750" sldId="257"/>
        </pc:sldMkLst>
        <pc:spChg chg="mod">
          <ac:chgData name="Thrishala N P" userId="af2958de27af9418" providerId="LiveId" clId="{E50698B8-E65D-4CEF-BB54-0ABF1B8467B7}" dt="2025-11-06T05:16:22.287" v="628"/>
          <ac:spMkLst>
            <pc:docMk/>
            <pc:sldMk cId="576150750" sldId="257"/>
            <ac:spMk id="3" creationId="{20E1909F-10F6-BF5D-5104-203F79C5755D}"/>
          </ac:spMkLst>
        </pc:spChg>
      </pc:sldChg>
      <pc:sldChg chg="modSp mod">
        <pc:chgData name="Thrishala N P" userId="af2958de27af9418" providerId="LiveId" clId="{E50698B8-E65D-4CEF-BB54-0ABF1B8467B7}" dt="2025-11-05T05:55:20.046" v="486" actId="20577"/>
        <pc:sldMkLst>
          <pc:docMk/>
          <pc:sldMk cId="2596960310" sldId="258"/>
        </pc:sldMkLst>
        <pc:spChg chg="mod">
          <ac:chgData name="Thrishala N P" userId="af2958de27af9418" providerId="LiveId" clId="{E50698B8-E65D-4CEF-BB54-0ABF1B8467B7}" dt="2025-11-05T05:55:20.046" v="486" actId="20577"/>
          <ac:spMkLst>
            <pc:docMk/>
            <pc:sldMk cId="2596960310" sldId="258"/>
            <ac:spMk id="7" creationId="{8D677015-8ECB-89AE-FDC5-6DBAA926FBE6}"/>
          </ac:spMkLst>
        </pc:spChg>
      </pc:sldChg>
      <pc:sldChg chg="addSp delSp modSp mod">
        <pc:chgData name="Thrishala N P" userId="af2958de27af9418" providerId="LiveId" clId="{E50698B8-E65D-4CEF-BB54-0ABF1B8467B7}" dt="2025-11-04T16:23:05.573" v="56" actId="20577"/>
        <pc:sldMkLst>
          <pc:docMk/>
          <pc:sldMk cId="3216276847" sldId="260"/>
        </pc:sldMkLst>
        <pc:spChg chg="mod">
          <ac:chgData name="Thrishala N P" userId="af2958de27af9418" providerId="LiveId" clId="{E50698B8-E65D-4CEF-BB54-0ABF1B8467B7}" dt="2025-11-04T16:22:42.116" v="41" actId="1076"/>
          <ac:spMkLst>
            <pc:docMk/>
            <pc:sldMk cId="3216276847" sldId="260"/>
            <ac:spMk id="2" creationId="{30615C13-C16B-BC33-C6AE-0E47749BD463}"/>
          </ac:spMkLst>
        </pc:spChg>
        <pc:spChg chg="mod">
          <ac:chgData name="Thrishala N P" userId="af2958de27af9418" providerId="LiveId" clId="{E50698B8-E65D-4CEF-BB54-0ABF1B8467B7}" dt="2025-11-04T16:23:05.573" v="56" actId="20577"/>
          <ac:spMkLst>
            <pc:docMk/>
            <pc:sldMk cId="3216276847" sldId="260"/>
            <ac:spMk id="3" creationId="{20E1909F-10F6-BF5D-5104-203F79C5755D}"/>
          </ac:spMkLst>
        </pc:spChg>
        <pc:picChg chg="add mod">
          <ac:chgData name="Thrishala N P" userId="af2958de27af9418" providerId="LiveId" clId="{E50698B8-E65D-4CEF-BB54-0ABF1B8467B7}" dt="2025-11-04T16:22:59.873" v="43" actId="1076"/>
          <ac:picMkLst>
            <pc:docMk/>
            <pc:sldMk cId="3216276847" sldId="260"/>
            <ac:picMk id="6" creationId="{21E1309F-F4B4-3A66-981A-4E5770A5D480}"/>
          </ac:picMkLst>
        </pc:picChg>
      </pc:sldChg>
      <pc:sldChg chg="modSp mod">
        <pc:chgData name="Thrishala N P" userId="af2958de27af9418" providerId="LiveId" clId="{E50698B8-E65D-4CEF-BB54-0ABF1B8467B7}" dt="2025-11-04T16:56:35.877" v="68" actId="5793"/>
        <pc:sldMkLst>
          <pc:docMk/>
          <pc:sldMk cId="2286722330" sldId="266"/>
        </pc:sldMkLst>
        <pc:spChg chg="mod">
          <ac:chgData name="Thrishala N P" userId="af2958de27af9418" providerId="LiveId" clId="{E50698B8-E65D-4CEF-BB54-0ABF1B8467B7}" dt="2025-11-04T16:56:35.877" v="68" actId="5793"/>
          <ac:spMkLst>
            <pc:docMk/>
            <pc:sldMk cId="2286722330" sldId="266"/>
            <ac:spMk id="3" creationId="{20E1909F-10F6-BF5D-5104-203F79C5755D}"/>
          </ac:spMkLst>
        </pc:spChg>
      </pc:sldChg>
      <pc:sldChg chg="modSp mod">
        <pc:chgData name="Thrishala N P" userId="af2958de27af9418" providerId="LiveId" clId="{E50698B8-E65D-4CEF-BB54-0ABF1B8467B7}" dt="2025-11-06T06:38:04.785" v="721" actId="20577"/>
        <pc:sldMkLst>
          <pc:docMk/>
          <pc:sldMk cId="1896940940" sldId="269"/>
        </pc:sldMkLst>
        <pc:spChg chg="mod">
          <ac:chgData name="Thrishala N P" userId="af2958de27af9418" providerId="LiveId" clId="{E50698B8-E65D-4CEF-BB54-0ABF1B8467B7}" dt="2025-11-06T06:38:04.785" v="721" actId="20577"/>
          <ac:spMkLst>
            <pc:docMk/>
            <pc:sldMk cId="1896940940" sldId="269"/>
            <ac:spMk id="3" creationId="{20E1909F-10F6-BF5D-5104-203F79C5755D}"/>
          </ac:spMkLst>
        </pc:spChg>
      </pc:sldChg>
      <pc:sldChg chg="modSp mod">
        <pc:chgData name="Thrishala N P" userId="af2958de27af9418" providerId="LiveId" clId="{E50698B8-E65D-4CEF-BB54-0ABF1B8467B7}" dt="2025-11-05T07:06:52.254" v="491" actId="1076"/>
        <pc:sldMkLst>
          <pc:docMk/>
          <pc:sldMk cId="1230160075" sldId="275"/>
        </pc:sldMkLst>
        <pc:spChg chg="mod">
          <ac:chgData name="Thrishala N P" userId="af2958de27af9418" providerId="LiveId" clId="{E50698B8-E65D-4CEF-BB54-0ABF1B8467B7}" dt="2025-11-05T07:06:52.254" v="491" actId="1076"/>
          <ac:spMkLst>
            <pc:docMk/>
            <pc:sldMk cId="1230160075" sldId="275"/>
            <ac:spMk id="6" creationId="{EEAF8A5B-2815-09ED-3046-52BEBED0E9BF}"/>
          </ac:spMkLst>
        </pc:spChg>
      </pc:sldChg>
      <pc:sldChg chg="addSp delSp modSp mod">
        <pc:chgData name="Thrishala N P" userId="af2958de27af9418" providerId="LiveId" clId="{E50698B8-E65D-4CEF-BB54-0ABF1B8467B7}" dt="2025-11-05T04:19:25.663" v="130" actId="20577"/>
        <pc:sldMkLst>
          <pc:docMk/>
          <pc:sldMk cId="1758987143" sldId="276"/>
        </pc:sldMkLst>
        <pc:spChg chg="mod">
          <ac:chgData name="Thrishala N P" userId="af2958de27af9418" providerId="LiveId" clId="{E50698B8-E65D-4CEF-BB54-0ABF1B8467B7}" dt="2025-11-05T04:17:43.663" v="115" actId="14100"/>
          <ac:spMkLst>
            <pc:docMk/>
            <pc:sldMk cId="1758987143" sldId="276"/>
            <ac:spMk id="2" creationId="{DBCAA3CF-E3F0-D61F-176E-3C9A0D2CE852}"/>
          </ac:spMkLst>
        </pc:spChg>
        <pc:spChg chg="add del mod">
          <ac:chgData name="Thrishala N P" userId="af2958de27af9418" providerId="LiveId" clId="{E50698B8-E65D-4CEF-BB54-0ABF1B8467B7}" dt="2025-11-05T04:16:31.940" v="88"/>
          <ac:spMkLst>
            <pc:docMk/>
            <pc:sldMk cId="1758987143" sldId="276"/>
            <ac:spMk id="3" creationId="{C690040B-4196-8E98-1423-FD4ED892C09C}"/>
          </ac:spMkLst>
        </pc:spChg>
        <pc:spChg chg="add mod">
          <ac:chgData name="Thrishala N P" userId="af2958de27af9418" providerId="LiveId" clId="{E50698B8-E65D-4CEF-BB54-0ABF1B8467B7}" dt="2025-11-05T04:19:25.663" v="130" actId="20577"/>
          <ac:spMkLst>
            <pc:docMk/>
            <pc:sldMk cId="1758987143" sldId="276"/>
            <ac:spMk id="4" creationId="{C45C79C8-6C00-0801-0013-2B8BF4CC9DC0}"/>
          </ac:spMkLst>
        </pc:spChg>
      </pc:sldChg>
      <pc:sldChg chg="addSp modSp mod">
        <pc:chgData name="Thrishala N P" userId="af2958de27af9418" providerId="LiveId" clId="{E50698B8-E65D-4CEF-BB54-0ABF1B8467B7}" dt="2025-11-05T04:19:15.005" v="128" actId="20577"/>
        <pc:sldMkLst>
          <pc:docMk/>
          <pc:sldMk cId="928089489" sldId="277"/>
        </pc:sldMkLst>
        <pc:spChg chg="mod">
          <ac:chgData name="Thrishala N P" userId="af2958de27af9418" providerId="LiveId" clId="{E50698B8-E65D-4CEF-BB54-0ABF1B8467B7}" dt="2025-11-05T04:18:14.794" v="116" actId="1076"/>
          <ac:spMkLst>
            <pc:docMk/>
            <pc:sldMk cId="928089489" sldId="277"/>
            <ac:spMk id="2" creationId="{E8918D5E-51A4-46D8-B9DD-FA1FA4975222}"/>
          </ac:spMkLst>
        </pc:spChg>
        <pc:spChg chg="add mod">
          <ac:chgData name="Thrishala N P" userId="af2958de27af9418" providerId="LiveId" clId="{E50698B8-E65D-4CEF-BB54-0ABF1B8467B7}" dt="2025-11-05T04:19:15.005" v="128" actId="20577"/>
          <ac:spMkLst>
            <pc:docMk/>
            <pc:sldMk cId="928089489" sldId="277"/>
            <ac:spMk id="3" creationId="{52E1A966-CA71-AF62-D91E-04A7099AF38D}"/>
          </ac:spMkLst>
        </pc:spChg>
      </pc:sldChg>
      <pc:sldChg chg="addSp modSp mod">
        <pc:chgData name="Thrishala N P" userId="af2958de27af9418" providerId="LiveId" clId="{E50698B8-E65D-4CEF-BB54-0ABF1B8467B7}" dt="2025-11-05T04:19:09.591" v="126" actId="20577"/>
        <pc:sldMkLst>
          <pc:docMk/>
          <pc:sldMk cId="2544240810" sldId="278"/>
        </pc:sldMkLst>
        <pc:spChg chg="mod">
          <ac:chgData name="Thrishala N P" userId="af2958de27af9418" providerId="LiveId" clId="{E50698B8-E65D-4CEF-BB54-0ABF1B8467B7}" dt="2025-11-05T04:18:42.206" v="121" actId="1076"/>
          <ac:spMkLst>
            <pc:docMk/>
            <pc:sldMk cId="2544240810" sldId="278"/>
            <ac:spMk id="2" creationId="{01EB5731-F474-048C-D008-DB0810CBB322}"/>
          </ac:spMkLst>
        </pc:spChg>
        <pc:spChg chg="add mod">
          <ac:chgData name="Thrishala N P" userId="af2958de27af9418" providerId="LiveId" clId="{E50698B8-E65D-4CEF-BB54-0ABF1B8467B7}" dt="2025-11-05T04:19:09.591" v="126" actId="20577"/>
          <ac:spMkLst>
            <pc:docMk/>
            <pc:sldMk cId="2544240810" sldId="278"/>
            <ac:spMk id="3" creationId="{9171A36B-F1B5-1D85-BE80-C221171A183E}"/>
          </ac:spMkLst>
        </pc:spChg>
      </pc:sldChg>
      <pc:sldChg chg="addSp delSp modSp mod ord">
        <pc:chgData name="Thrishala N P" userId="af2958de27af9418" providerId="LiveId" clId="{E50698B8-E65D-4CEF-BB54-0ABF1B8467B7}" dt="2025-11-06T05:33:25.744" v="631" actId="1076"/>
        <pc:sldMkLst>
          <pc:docMk/>
          <pc:sldMk cId="2840059350" sldId="279"/>
        </pc:sldMkLst>
        <pc:spChg chg="mod">
          <ac:chgData name="Thrishala N P" userId="af2958de27af9418" providerId="LiveId" clId="{E50698B8-E65D-4CEF-BB54-0ABF1B8467B7}" dt="2025-11-05T04:34:23.199" v="242" actId="1076"/>
          <ac:spMkLst>
            <pc:docMk/>
            <pc:sldMk cId="2840059350" sldId="279"/>
            <ac:spMk id="2" creationId="{45BA728E-A56D-86CF-7105-2F54630DBA0B}"/>
          </ac:spMkLst>
        </pc:spChg>
        <pc:spChg chg="add del mod">
          <ac:chgData name="Thrishala N P" userId="af2958de27af9418" providerId="LiveId" clId="{E50698B8-E65D-4CEF-BB54-0ABF1B8467B7}" dt="2025-11-05T04:35:41.740" v="252" actId="478"/>
          <ac:spMkLst>
            <pc:docMk/>
            <pc:sldMk cId="2840059350" sldId="279"/>
            <ac:spMk id="3" creationId="{8782B7F0-C6D2-9092-C833-74CCA5B8F3E7}"/>
          </ac:spMkLst>
        </pc:spChg>
        <pc:spChg chg="add mod">
          <ac:chgData name="Thrishala N P" userId="af2958de27af9418" providerId="LiveId" clId="{E50698B8-E65D-4CEF-BB54-0ABF1B8467B7}" dt="2025-11-05T04:35:59.352" v="272" actId="20577"/>
          <ac:spMkLst>
            <pc:docMk/>
            <pc:sldMk cId="2840059350" sldId="279"/>
            <ac:spMk id="4" creationId="{D58E8408-F48D-E628-49AC-DA76CDBB1B0E}"/>
          </ac:spMkLst>
        </pc:spChg>
        <pc:spChg chg="add del mod">
          <ac:chgData name="Thrishala N P" userId="af2958de27af9418" providerId="LiveId" clId="{E50698B8-E65D-4CEF-BB54-0ABF1B8467B7}" dt="2025-11-06T05:33:20.658" v="630"/>
          <ac:spMkLst>
            <pc:docMk/>
            <pc:sldMk cId="2840059350" sldId="279"/>
            <ac:spMk id="6" creationId="{6C4F251E-864B-3DD2-2863-1FB84566799C}"/>
          </ac:spMkLst>
        </pc:spChg>
        <pc:picChg chg="del">
          <ac:chgData name="Thrishala N P" userId="af2958de27af9418" providerId="LiveId" clId="{E50698B8-E65D-4CEF-BB54-0ABF1B8467B7}" dt="2025-11-06T05:33:18.765" v="629" actId="478"/>
          <ac:picMkLst>
            <pc:docMk/>
            <pc:sldMk cId="2840059350" sldId="279"/>
            <ac:picMk id="5" creationId="{4B92B691-C93A-8316-A2A9-7194959314A9}"/>
          </ac:picMkLst>
        </pc:picChg>
        <pc:picChg chg="add mod">
          <ac:chgData name="Thrishala N P" userId="af2958de27af9418" providerId="LiveId" clId="{E50698B8-E65D-4CEF-BB54-0ABF1B8467B7}" dt="2025-11-06T05:33:25.744" v="631" actId="1076"/>
          <ac:picMkLst>
            <pc:docMk/>
            <pc:sldMk cId="2840059350" sldId="279"/>
            <ac:picMk id="8" creationId="{802CB6A1-09DB-29B8-C0FF-60002B2CB386}"/>
          </ac:picMkLst>
        </pc:picChg>
      </pc:sldChg>
      <pc:sldChg chg="addSp delSp modSp mod">
        <pc:chgData name="Thrishala N P" userId="af2958de27af9418" providerId="LiveId" clId="{E50698B8-E65D-4CEF-BB54-0ABF1B8467B7}" dt="2025-11-06T05:35:36.941" v="642" actId="1076"/>
        <pc:sldMkLst>
          <pc:docMk/>
          <pc:sldMk cId="318315698" sldId="280"/>
        </pc:sldMkLst>
        <pc:spChg chg="mod">
          <ac:chgData name="Thrishala N P" userId="af2958de27af9418" providerId="LiveId" clId="{E50698B8-E65D-4CEF-BB54-0ABF1B8467B7}" dt="2025-11-05T04:36:18.582" v="275" actId="1076"/>
          <ac:spMkLst>
            <pc:docMk/>
            <pc:sldMk cId="318315698" sldId="280"/>
            <ac:spMk id="2" creationId="{19EDBC81-7A30-5F8D-E29A-FA2A51FD25E7}"/>
          </ac:spMkLst>
        </pc:spChg>
        <pc:spChg chg="add mod">
          <ac:chgData name="Thrishala N P" userId="af2958de27af9418" providerId="LiveId" clId="{E50698B8-E65D-4CEF-BB54-0ABF1B8467B7}" dt="2025-11-06T05:35:36.941" v="642" actId="1076"/>
          <ac:spMkLst>
            <pc:docMk/>
            <pc:sldMk cId="318315698" sldId="280"/>
            <ac:spMk id="3" creationId="{178DB485-BEDF-7408-DC52-98DEB9E7389D}"/>
          </ac:spMkLst>
        </pc:spChg>
        <pc:spChg chg="add del mod">
          <ac:chgData name="Thrishala N P" userId="af2958de27af9418" providerId="LiveId" clId="{E50698B8-E65D-4CEF-BB54-0ABF1B8467B7}" dt="2025-11-06T05:34:15.895" v="636"/>
          <ac:spMkLst>
            <pc:docMk/>
            <pc:sldMk cId="318315698" sldId="280"/>
            <ac:spMk id="6" creationId="{39A490F7-DCE0-83E0-D748-32D177F44951}"/>
          </ac:spMkLst>
        </pc:spChg>
        <pc:picChg chg="del mod">
          <ac:chgData name="Thrishala N P" userId="af2958de27af9418" providerId="LiveId" clId="{E50698B8-E65D-4CEF-BB54-0ABF1B8467B7}" dt="2025-11-06T05:34:03.614" v="635" actId="478"/>
          <ac:picMkLst>
            <pc:docMk/>
            <pc:sldMk cId="318315698" sldId="280"/>
            <ac:picMk id="5" creationId="{24191073-665A-44A4-6AE5-65E6B14B2F3E}"/>
          </ac:picMkLst>
        </pc:picChg>
        <pc:picChg chg="add mod">
          <ac:chgData name="Thrishala N P" userId="af2958de27af9418" providerId="LiveId" clId="{E50698B8-E65D-4CEF-BB54-0ABF1B8467B7}" dt="2025-11-06T05:34:49.026" v="640" actId="1076"/>
          <ac:picMkLst>
            <pc:docMk/>
            <pc:sldMk cId="318315698" sldId="280"/>
            <ac:picMk id="8" creationId="{B98500E4-0670-CBBF-7BA7-BDACFB66A4FD}"/>
          </ac:picMkLst>
        </pc:picChg>
      </pc:sldChg>
      <pc:sldChg chg="addSp delSp modSp mod ord">
        <pc:chgData name="Thrishala N P" userId="af2958de27af9418" providerId="LiveId" clId="{E50698B8-E65D-4CEF-BB54-0ABF1B8467B7}" dt="2025-11-06T05:33:55.738" v="634" actId="1076"/>
        <pc:sldMkLst>
          <pc:docMk/>
          <pc:sldMk cId="1135567500" sldId="281"/>
        </pc:sldMkLst>
        <pc:spChg chg="mod">
          <ac:chgData name="Thrishala N P" userId="af2958de27af9418" providerId="LiveId" clId="{E50698B8-E65D-4CEF-BB54-0ABF1B8467B7}" dt="2025-11-05T04:36:42.182" v="286" actId="1076"/>
          <ac:spMkLst>
            <pc:docMk/>
            <pc:sldMk cId="1135567500" sldId="281"/>
            <ac:spMk id="2" creationId="{49464680-4B71-E0CB-4F8C-01751F8A8BF1}"/>
          </ac:spMkLst>
        </pc:spChg>
        <pc:spChg chg="add mod">
          <ac:chgData name="Thrishala N P" userId="af2958de27af9418" providerId="LiveId" clId="{E50698B8-E65D-4CEF-BB54-0ABF1B8467B7}" dt="2025-11-06T05:33:55.738" v="634" actId="1076"/>
          <ac:spMkLst>
            <pc:docMk/>
            <pc:sldMk cId="1135567500" sldId="281"/>
            <ac:spMk id="3" creationId="{BA8044BA-13CA-3938-3D5A-392064D51267}"/>
          </ac:spMkLst>
        </pc:spChg>
        <pc:spChg chg="add del mod">
          <ac:chgData name="Thrishala N P" userId="af2958de27af9418" providerId="LiveId" clId="{E50698B8-E65D-4CEF-BB54-0ABF1B8467B7}" dt="2025-11-06T05:33:47.936" v="633"/>
          <ac:spMkLst>
            <pc:docMk/>
            <pc:sldMk cId="1135567500" sldId="281"/>
            <ac:spMk id="6" creationId="{6E325C01-1510-15AD-1625-95A68B3A0068}"/>
          </ac:spMkLst>
        </pc:spChg>
        <pc:picChg chg="del">
          <ac:chgData name="Thrishala N P" userId="af2958de27af9418" providerId="LiveId" clId="{E50698B8-E65D-4CEF-BB54-0ABF1B8467B7}" dt="2025-11-06T05:33:34.177" v="632" actId="478"/>
          <ac:picMkLst>
            <pc:docMk/>
            <pc:sldMk cId="1135567500" sldId="281"/>
            <ac:picMk id="5" creationId="{72D2F56B-41A0-805B-A99D-97CB8E9B5B64}"/>
          </ac:picMkLst>
        </pc:picChg>
        <pc:picChg chg="add mod">
          <ac:chgData name="Thrishala N P" userId="af2958de27af9418" providerId="LiveId" clId="{E50698B8-E65D-4CEF-BB54-0ABF1B8467B7}" dt="2025-11-06T05:33:47.936" v="633"/>
          <ac:picMkLst>
            <pc:docMk/>
            <pc:sldMk cId="1135567500" sldId="281"/>
            <ac:picMk id="8" creationId="{8B21B0C1-684C-BE4A-ABEA-F6A6347DA63A}"/>
          </ac:picMkLst>
        </pc:picChg>
      </pc:sldChg>
      <pc:sldChg chg="modSp mod">
        <pc:chgData name="Thrishala N P" userId="af2958de27af9418" providerId="LiveId" clId="{E50698B8-E65D-4CEF-BB54-0ABF1B8467B7}" dt="2025-11-05T04:37:05.309" v="297" actId="1076"/>
        <pc:sldMkLst>
          <pc:docMk/>
          <pc:sldMk cId="1814672428" sldId="282"/>
        </pc:sldMkLst>
        <pc:spChg chg="mod">
          <ac:chgData name="Thrishala N P" userId="af2958de27af9418" providerId="LiveId" clId="{E50698B8-E65D-4CEF-BB54-0ABF1B8467B7}" dt="2025-11-05T04:37:05.309" v="297" actId="1076"/>
          <ac:spMkLst>
            <pc:docMk/>
            <pc:sldMk cId="1814672428" sldId="282"/>
            <ac:spMk id="2" creationId="{480B5625-D2D9-D163-DCBC-AA5830BCC753}"/>
          </ac:spMkLst>
        </pc:spChg>
      </pc:sldChg>
      <pc:sldChg chg="addSp delSp modSp mod">
        <pc:chgData name="Thrishala N P" userId="af2958de27af9418" providerId="LiveId" clId="{E50698B8-E65D-4CEF-BB54-0ABF1B8467B7}" dt="2025-11-05T04:26:49.612" v="210" actId="20577"/>
        <pc:sldMkLst>
          <pc:docMk/>
          <pc:sldMk cId="2501720637" sldId="283"/>
        </pc:sldMkLst>
        <pc:spChg chg="mod">
          <ac:chgData name="Thrishala N P" userId="af2958de27af9418" providerId="LiveId" clId="{E50698B8-E65D-4CEF-BB54-0ABF1B8467B7}" dt="2025-11-05T04:24:10.878" v="136" actId="1076"/>
          <ac:spMkLst>
            <pc:docMk/>
            <pc:sldMk cId="2501720637" sldId="283"/>
            <ac:spMk id="2" creationId="{53371FA1-5ECF-96E2-2037-773FAC271FD8}"/>
          </ac:spMkLst>
        </pc:spChg>
        <pc:spChg chg="add del mod">
          <ac:chgData name="Thrishala N P" userId="af2958de27af9418" providerId="LiveId" clId="{E50698B8-E65D-4CEF-BB54-0ABF1B8467B7}" dt="2025-11-05T04:24:11.791" v="138"/>
          <ac:spMkLst>
            <pc:docMk/>
            <pc:sldMk cId="2501720637" sldId="283"/>
            <ac:spMk id="3" creationId="{7AC2B25E-1B22-72B8-BDEC-837E167F45F7}"/>
          </ac:spMkLst>
        </pc:spChg>
        <pc:spChg chg="add mod">
          <ac:chgData name="Thrishala N P" userId="af2958de27af9418" providerId="LiveId" clId="{E50698B8-E65D-4CEF-BB54-0ABF1B8467B7}" dt="2025-11-05T04:26:49.612" v="210" actId="20577"/>
          <ac:spMkLst>
            <pc:docMk/>
            <pc:sldMk cId="2501720637" sldId="283"/>
            <ac:spMk id="4" creationId="{37AE3BA6-E2AC-E2BA-CB81-C44F93AA475B}"/>
          </ac:spMkLst>
        </pc:spChg>
        <pc:picChg chg="mod">
          <ac:chgData name="Thrishala N P" userId="af2958de27af9418" providerId="LiveId" clId="{E50698B8-E65D-4CEF-BB54-0ABF1B8467B7}" dt="2025-11-05T04:26:11.233" v="204" actId="1076"/>
          <ac:picMkLst>
            <pc:docMk/>
            <pc:sldMk cId="2501720637" sldId="283"/>
            <ac:picMk id="5" creationId="{C8FEE690-BB89-4E30-7920-C7D7E0764E80}"/>
          </ac:picMkLst>
        </pc:picChg>
      </pc:sldChg>
      <pc:sldChg chg="addSp modSp mod">
        <pc:chgData name="Thrishala N P" userId="af2958de27af9418" providerId="LiveId" clId="{E50698B8-E65D-4CEF-BB54-0ABF1B8467B7}" dt="2025-11-05T04:25:56.813" v="203" actId="1076"/>
        <pc:sldMkLst>
          <pc:docMk/>
          <pc:sldMk cId="3345914359" sldId="285"/>
        </pc:sldMkLst>
        <pc:spChg chg="mod">
          <ac:chgData name="Thrishala N P" userId="af2958de27af9418" providerId="LiveId" clId="{E50698B8-E65D-4CEF-BB54-0ABF1B8467B7}" dt="2025-11-05T04:25:05.916" v="169" actId="1076"/>
          <ac:spMkLst>
            <pc:docMk/>
            <pc:sldMk cId="3345914359" sldId="285"/>
            <ac:spMk id="2" creationId="{0404F9DC-705B-A8FB-8BF0-9D9F972837AE}"/>
          </ac:spMkLst>
        </pc:spChg>
        <pc:spChg chg="add mod">
          <ac:chgData name="Thrishala N P" userId="af2958de27af9418" providerId="LiveId" clId="{E50698B8-E65D-4CEF-BB54-0ABF1B8467B7}" dt="2025-11-05T04:25:56.813" v="203" actId="1076"/>
          <ac:spMkLst>
            <pc:docMk/>
            <pc:sldMk cId="3345914359" sldId="285"/>
            <ac:spMk id="3" creationId="{707152AF-11CE-1181-3A07-3562191C74AE}"/>
          </ac:spMkLst>
        </pc:spChg>
        <pc:picChg chg="mod">
          <ac:chgData name="Thrishala N P" userId="af2958de27af9418" providerId="LiveId" clId="{E50698B8-E65D-4CEF-BB54-0ABF1B8467B7}" dt="2025-11-05T04:25:08.845" v="170" actId="1076"/>
          <ac:picMkLst>
            <pc:docMk/>
            <pc:sldMk cId="3345914359" sldId="285"/>
            <ac:picMk id="5" creationId="{9C4275E5-58A1-6739-5AA6-C126551D949A}"/>
          </ac:picMkLst>
        </pc:picChg>
      </pc:sldChg>
      <pc:sldChg chg="modSp mod">
        <pc:chgData name="Thrishala N P" userId="af2958de27af9418" providerId="LiveId" clId="{E50698B8-E65D-4CEF-BB54-0ABF1B8467B7}" dt="2025-11-05T07:27:48.169" v="503" actId="1036"/>
        <pc:sldMkLst>
          <pc:docMk/>
          <pc:sldMk cId="2004581383" sldId="286"/>
        </pc:sldMkLst>
        <pc:picChg chg="mod">
          <ac:chgData name="Thrishala N P" userId="af2958de27af9418" providerId="LiveId" clId="{E50698B8-E65D-4CEF-BB54-0ABF1B8467B7}" dt="2025-11-05T07:27:48.169" v="503" actId="1036"/>
          <ac:picMkLst>
            <pc:docMk/>
            <pc:sldMk cId="2004581383" sldId="286"/>
            <ac:picMk id="5" creationId="{AEAF748B-20B0-7A73-2736-45C1AE988942}"/>
          </ac:picMkLst>
        </pc:picChg>
      </pc:sldChg>
      <pc:sldChg chg="addSp modSp mod">
        <pc:chgData name="Thrishala N P" userId="af2958de27af9418" providerId="LiveId" clId="{E50698B8-E65D-4CEF-BB54-0ABF1B8467B7}" dt="2025-11-05T04:28:02.057" v="240" actId="20577"/>
        <pc:sldMkLst>
          <pc:docMk/>
          <pc:sldMk cId="554768095" sldId="287"/>
        </pc:sldMkLst>
        <pc:spChg chg="mod">
          <ac:chgData name="Thrishala N P" userId="af2958de27af9418" providerId="LiveId" clId="{E50698B8-E65D-4CEF-BB54-0ABF1B8467B7}" dt="2025-11-05T04:27:18.128" v="211" actId="1076"/>
          <ac:spMkLst>
            <pc:docMk/>
            <pc:sldMk cId="554768095" sldId="287"/>
            <ac:spMk id="2" creationId="{89F5C573-54FB-B186-F9B4-69BA2E02255B}"/>
          </ac:spMkLst>
        </pc:spChg>
        <pc:spChg chg="add mod">
          <ac:chgData name="Thrishala N P" userId="af2958de27af9418" providerId="LiveId" clId="{E50698B8-E65D-4CEF-BB54-0ABF1B8467B7}" dt="2025-11-05T04:28:02.057" v="240" actId="20577"/>
          <ac:spMkLst>
            <pc:docMk/>
            <pc:sldMk cId="554768095" sldId="287"/>
            <ac:spMk id="3" creationId="{FCBE2C76-44AB-38B2-FDCA-9A54BA8DE331}"/>
          </ac:spMkLst>
        </pc:spChg>
        <pc:picChg chg="mod">
          <ac:chgData name="Thrishala N P" userId="af2958de27af9418" providerId="LiveId" clId="{E50698B8-E65D-4CEF-BB54-0ABF1B8467B7}" dt="2025-11-05T04:27:20.582" v="212" actId="1076"/>
          <ac:picMkLst>
            <pc:docMk/>
            <pc:sldMk cId="554768095" sldId="287"/>
            <ac:picMk id="5" creationId="{BFFB7971-B12E-A535-710F-C2CB313211CC}"/>
          </ac:picMkLst>
        </pc:picChg>
      </pc:sldChg>
      <pc:sldChg chg="addSp delSp modSp new mod">
        <pc:chgData name="Thrishala N P" userId="af2958de27af9418" providerId="LiveId" clId="{E50698B8-E65D-4CEF-BB54-0ABF1B8467B7}" dt="2025-11-05T07:28:15.822" v="504" actId="478"/>
        <pc:sldMkLst>
          <pc:docMk/>
          <pc:sldMk cId="181922316" sldId="288"/>
        </pc:sldMkLst>
        <pc:spChg chg="del">
          <ac:chgData name="Thrishala N P" userId="af2958de27af9418" providerId="LiveId" clId="{E50698B8-E65D-4CEF-BB54-0ABF1B8467B7}" dt="2025-11-05T07:28:15.822" v="504" actId="478"/>
          <ac:spMkLst>
            <pc:docMk/>
            <pc:sldMk cId="181922316" sldId="288"/>
            <ac:spMk id="2" creationId="{CA75CD15-8BC2-8248-315D-24B50BC9731B}"/>
          </ac:spMkLst>
        </pc:spChg>
        <pc:spChg chg="del mod">
          <ac:chgData name="Thrishala N P" userId="af2958de27af9418" providerId="LiveId" clId="{E50698B8-E65D-4CEF-BB54-0ABF1B8467B7}" dt="2025-11-05T04:51:05.144" v="318"/>
          <ac:spMkLst>
            <pc:docMk/>
            <pc:sldMk cId="181922316" sldId="288"/>
            <ac:spMk id="3" creationId="{5FD1ECA8-3FB9-72CE-A0C2-30B9D259872E}"/>
          </ac:spMkLst>
        </pc:spChg>
        <pc:spChg chg="add del mod">
          <ac:chgData name="Thrishala N P" userId="af2958de27af9418" providerId="LiveId" clId="{E50698B8-E65D-4CEF-BB54-0ABF1B8467B7}" dt="2025-11-05T04:51:52.845" v="320" actId="931"/>
          <ac:spMkLst>
            <pc:docMk/>
            <pc:sldMk cId="181922316" sldId="288"/>
            <ac:spMk id="7" creationId="{6BB6779E-4123-94CA-2360-51B8CAF0FE6E}"/>
          </ac:spMkLst>
        </pc:spChg>
        <pc:picChg chg="add del mod">
          <ac:chgData name="Thrishala N P" userId="af2958de27af9418" providerId="LiveId" clId="{E50698B8-E65D-4CEF-BB54-0ABF1B8467B7}" dt="2025-11-05T04:51:30.924" v="319" actId="478"/>
          <ac:picMkLst>
            <pc:docMk/>
            <pc:sldMk cId="181922316" sldId="288"/>
            <ac:picMk id="5" creationId="{C653373B-605B-2E96-C3E6-AE883A1C9AAE}"/>
          </ac:picMkLst>
        </pc:picChg>
        <pc:picChg chg="add mod">
          <ac:chgData name="Thrishala N P" userId="af2958de27af9418" providerId="LiveId" clId="{E50698B8-E65D-4CEF-BB54-0ABF1B8467B7}" dt="2025-11-05T04:52:00.672" v="321" actId="1076"/>
          <ac:picMkLst>
            <pc:docMk/>
            <pc:sldMk cId="181922316" sldId="288"/>
            <ac:picMk id="9" creationId="{341838C1-F181-55A5-0382-8C84EA7D82DE}"/>
          </ac:picMkLst>
        </pc:picChg>
      </pc:sldChg>
      <pc:sldChg chg="addSp delSp modSp new mod ord">
        <pc:chgData name="Thrishala N P" userId="af2958de27af9418" providerId="LiveId" clId="{E50698B8-E65D-4CEF-BB54-0ABF1B8467B7}" dt="2025-11-05T07:21:02.805" v="497"/>
        <pc:sldMkLst>
          <pc:docMk/>
          <pc:sldMk cId="2894812701" sldId="289"/>
        </pc:sldMkLst>
        <pc:spChg chg="mod">
          <ac:chgData name="Thrishala N P" userId="af2958de27af9418" providerId="LiveId" clId="{E50698B8-E65D-4CEF-BB54-0ABF1B8467B7}" dt="2025-11-05T05:19:19.849" v="336" actId="1076"/>
          <ac:spMkLst>
            <pc:docMk/>
            <pc:sldMk cId="2894812701" sldId="289"/>
            <ac:spMk id="2" creationId="{F97FC926-4ADD-A246-320C-B9A76387CDF8}"/>
          </ac:spMkLst>
        </pc:spChg>
        <pc:spChg chg="del">
          <ac:chgData name="Thrishala N P" userId="af2958de27af9418" providerId="LiveId" clId="{E50698B8-E65D-4CEF-BB54-0ABF1B8467B7}" dt="2025-11-05T05:19:00.373" v="331"/>
          <ac:spMkLst>
            <pc:docMk/>
            <pc:sldMk cId="2894812701" sldId="289"/>
            <ac:spMk id="3" creationId="{035690D9-C215-24C8-9614-D5620EA84434}"/>
          </ac:spMkLst>
        </pc:spChg>
        <pc:spChg chg="add del mod">
          <ac:chgData name="Thrishala N P" userId="af2958de27af9418" providerId="LiveId" clId="{E50698B8-E65D-4CEF-BB54-0ABF1B8467B7}" dt="2025-11-05T05:19:20.956" v="338"/>
          <ac:spMkLst>
            <pc:docMk/>
            <pc:sldMk cId="2894812701" sldId="289"/>
            <ac:spMk id="6" creationId="{C807B033-7666-BE0A-F9A4-6ECBA4DCA071}"/>
          </ac:spMkLst>
        </pc:spChg>
        <pc:spChg chg="add mod">
          <ac:chgData name="Thrishala N P" userId="af2958de27af9418" providerId="LiveId" clId="{E50698B8-E65D-4CEF-BB54-0ABF1B8467B7}" dt="2025-11-05T05:19:40.704" v="358" actId="20577"/>
          <ac:spMkLst>
            <pc:docMk/>
            <pc:sldMk cId="2894812701" sldId="289"/>
            <ac:spMk id="7" creationId="{A9260A9A-5055-0598-550D-E59A689B48EF}"/>
          </ac:spMkLst>
        </pc:spChg>
        <pc:picChg chg="add mod">
          <ac:chgData name="Thrishala N P" userId="af2958de27af9418" providerId="LiveId" clId="{E50698B8-E65D-4CEF-BB54-0ABF1B8467B7}" dt="2025-11-05T05:19:06.684" v="333" actId="1076"/>
          <ac:picMkLst>
            <pc:docMk/>
            <pc:sldMk cId="2894812701" sldId="289"/>
            <ac:picMk id="5" creationId="{842A7BB7-ED29-C8C1-E8C1-CEC9EDFD49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521D-6B19-ACB0-EFC2-91530242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F54C2-BBD3-4958-519E-50BFD92CF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8F1F-CA6D-2CA2-CDD2-59CB2561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BEF95-763A-7E30-DE89-288C6EA8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365E-908C-A13C-EDBA-B3293D73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8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19EF-F52A-4DB9-25CF-06595CE5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53D3-3C4B-109B-B5B0-53A7BEB2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6F7EF-C027-98A9-DC6E-A609F212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43C7-4D02-C22B-DFCD-F383E37E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D91-A666-3F3C-0027-E26495DC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5EB3-B3C3-6808-0E2D-6E45B244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26D3F-0C84-B2F7-7904-3532C9F3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E7A-D42C-5C22-5E53-7163CF2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49CF7-4FD4-2AC1-A004-61D3514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27BAC-F0B9-50B1-0C0A-DEEDA503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3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5F67-D06D-DA92-0B7F-74265A2A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41B8-AE6D-13C1-198F-6E2E20BFD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184C-C570-3454-6810-5D289787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6AD9-BE7D-0A9C-3B52-CD900743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3E0A-A4D7-05FB-1689-0ABDC948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C380B-84C9-CC50-03EF-2DF06F12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0B3D-DBA4-B92F-6D92-19AE6C7A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8911-1CE7-966D-864F-1038F378E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6C883-BD7E-46D6-23B2-22864F55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FD4C0-F3AC-5254-A051-66D700D96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BE85C-A1C9-77E3-99AB-C67EC9ED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E4BF8-DD0F-7B99-E1CF-A0296F4B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96E9D-E8EA-EB8F-68CD-95D16B57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B8DA2-1D86-19D3-C7A2-9CBDA500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C935-97C3-558C-B600-69A1A3C5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0710-10C4-AA0E-F8B4-BDF0C6E3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9551-A30F-EF5F-9AE8-A60D6B4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F693-581E-5DF1-213B-B932A163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1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63C8B-E38A-DFE2-4ACE-93F84C30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B31B1-016C-86EE-2A6B-0CFFB855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2AEE-85C9-20D4-11DA-D173CA5C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CDD-B80D-9784-EA1C-C37D3F7A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0745-D46D-2A68-CD7B-A675AA4E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87FE9-C663-7ACB-34C1-E89D5EB4F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DD143-D2B6-7222-BAB2-730B4CF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2925F-45C8-3865-3A18-43BDE3BD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7B7EB-405F-E003-DECD-81B75B07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0D04-DBA8-15D4-1893-01E81FBB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59742-BD91-0376-43E1-80638E14F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24CD-9125-C692-EABB-21A589B1D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2CF3F-DA83-181A-A188-E89A5B88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18C-05FA-1FD4-BD86-B4ACF87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6BEB-D872-E386-F2A0-2316A29D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45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8AE6-337E-21B2-A10F-75C9FA53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1174-C4A3-4E87-8D45-297733A27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608B-0666-9958-E5DF-50EE11DF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5C01-B6B6-10DB-39F5-B0698E4D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1245-F664-C0DC-4D2D-1D7FBB64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25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A12ED-46D9-2607-C8C8-C16F0321B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252-4166-7E43-F4FC-9880B695B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9C95-C237-14FE-3756-25E5BCC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76EB-D6BC-8855-BE7F-4919C4B6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A4B3F-1215-242F-6D55-0A58ADB9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20239-92C6-873C-986A-40EA4F55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E8C-3B85-68C4-9BEA-9F661E38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7FEF-FF99-ACB8-B09D-5D056C23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FB3E-FB79-B435-C1C2-7D2146E25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E1EE-C3CA-B238-4089-36FDAE64F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1C56-F180-B6EA-6323-B61100B98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5384" y="827024"/>
            <a:ext cx="9144000" cy="2387600"/>
          </a:xfrm>
        </p:spPr>
        <p:txBody>
          <a:bodyPr/>
          <a:lstStyle/>
          <a:p>
            <a:r>
              <a:rPr lang="en-IN" dirty="0"/>
              <a:t>Music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94F36-19FD-F2BF-DA53-110C3D248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0560" y="3360230"/>
            <a:ext cx="9144000" cy="1655762"/>
          </a:xfrm>
        </p:spPr>
        <p:txBody>
          <a:bodyPr/>
          <a:lstStyle/>
          <a:p>
            <a:r>
              <a:rPr lang="en-IN" dirty="0"/>
              <a:t>TEAM CLOUD CODERS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A0719-4EF8-2E6C-95F7-35CE1D053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168" y="120700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4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Megha Singha Roy</a:t>
            </a:r>
          </a:p>
          <a:p>
            <a:r>
              <a:rPr lang="en-IN" dirty="0"/>
              <a:t>Pavan Shetti	</a:t>
            </a:r>
          </a:p>
          <a:p>
            <a:r>
              <a:rPr lang="en-IN" dirty="0"/>
              <a:t>Sanketh Shinde </a:t>
            </a:r>
          </a:p>
          <a:p>
            <a:r>
              <a:rPr lang="en-IN" dirty="0"/>
              <a:t>Thrishala NP</a:t>
            </a:r>
          </a:p>
          <a:p>
            <a:r>
              <a:rPr lang="en-IN" dirty="0"/>
              <a:t>Sudeep 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5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Overview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D677015-8ECB-89AE-FDC5-6DBAA926F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78048"/>
            <a:ext cx="86258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Builds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distributed ETL pipeline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process users music listening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AWS Glue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clean</a:t>
            </a:r>
            <a:r>
              <a:rPr lang="en-US" altLang="en-US" sz="2000" dirty="0"/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 raw data.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Final metrics are queried through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Athena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insights.</a:t>
            </a:r>
          </a:p>
        </p:txBody>
      </p:sp>
    </p:spTree>
    <p:extLst>
      <p:ext uri="{BB962C8B-B14F-4D97-AF65-F5344CB8AC3E}">
        <p14:creationId xmlns:p14="http://schemas.microsoft.com/office/powerpoint/2010/main" val="259696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81" y="343140"/>
            <a:ext cx="10515600" cy="1325563"/>
          </a:xfrm>
        </p:spPr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AF8A5B-2815-09ED-3046-52BEBED0E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781" y="1874728"/>
            <a:ext cx="1074916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 User Engagement: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Measure total listens, users, and duration.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000" b="1" dirty="0"/>
              <a:t>Top Songs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Find top 3 songs in each genre daily.</a:t>
            </a:r>
            <a:endParaRPr lang="en-IN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000" b="1" dirty="0"/>
              <a:t>Top Genres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Identify 5 most popular genres overall.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6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65" y="1658733"/>
            <a:ext cx="9593826" cy="4351338"/>
          </a:xfrm>
        </p:spPr>
        <p:txBody>
          <a:bodyPr>
            <a:normAutofit/>
          </a:bodyPr>
          <a:lstStyle/>
          <a:p>
            <a:r>
              <a:rPr lang="en-IN" sz="2000" dirty="0"/>
              <a:t>Dataset source - S3</a:t>
            </a:r>
          </a:p>
          <a:p>
            <a:r>
              <a:rPr lang="en-IN" sz="2000" dirty="0"/>
              <a:t>Data format - csv</a:t>
            </a:r>
          </a:p>
          <a:p>
            <a:r>
              <a:rPr lang="en-IN" sz="2000" dirty="0"/>
              <a:t>Sample schemas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Users schema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09DF8-785D-42FC-8774-24802A2F2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060" y="3834402"/>
            <a:ext cx="4972744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9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2B2D9C-DB7A-6228-9714-56DCC32EB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8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Songs Schema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127BF-7B22-F234-72F9-E0593C4D3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60" y="2103120"/>
            <a:ext cx="5715000" cy="460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4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B4D4B7-3469-33BD-51CE-2086EE60D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8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Streams Schema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2F916-6785-30F8-710A-4047DE789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20" y="2795498"/>
            <a:ext cx="5865442" cy="14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9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8" y="274637"/>
            <a:ext cx="10515600" cy="1325563"/>
          </a:xfrm>
        </p:spPr>
        <p:txBody>
          <a:bodyPr/>
          <a:lstStyle/>
          <a:p>
            <a:r>
              <a:rPr lang="en-IN" dirty="0"/>
              <a:t>High-Level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39300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AWS services used:  S3, Glue, Athena, </a:t>
            </a:r>
            <a:r>
              <a:rPr lang="en-US" sz="2400"/>
              <a:t>Step Functions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1309F-F4B4-3A66-981A-4E5770A5D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132" y="2001838"/>
            <a:ext cx="59245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A3CF-E3F0-D61F-176E-3C9A0D2C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44"/>
            <a:ext cx="10515599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4AAAB0-A907-21BE-47BB-D16C96C6E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3613"/>
            <a:ext cx="10515600" cy="403536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5C79C8-6C00-0801-0013-2B8BF4CC9DC0}"/>
              </a:ext>
            </a:extLst>
          </p:cNvPr>
          <p:cNvSpPr txBox="1"/>
          <p:nvPr/>
        </p:nvSpPr>
        <p:spPr>
          <a:xfrm>
            <a:off x="838200" y="1317141"/>
            <a:ext cx="21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data into S3</a:t>
            </a:r>
          </a:p>
        </p:txBody>
      </p:sp>
    </p:spTree>
    <p:extLst>
      <p:ext uri="{BB962C8B-B14F-4D97-AF65-F5344CB8AC3E}">
        <p14:creationId xmlns:p14="http://schemas.microsoft.com/office/powerpoint/2010/main" val="175898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8D5E-51A4-46D8-B9DD-FA1FA497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100663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20727-ACC9-9EA7-6748-739A6042D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8032"/>
            <a:ext cx="10515600" cy="418652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E1A966-CA71-AF62-D91E-04A7099AF38D}"/>
              </a:ext>
            </a:extLst>
          </p:cNvPr>
          <p:cNvSpPr txBox="1"/>
          <p:nvPr/>
        </p:nvSpPr>
        <p:spPr>
          <a:xfrm>
            <a:off x="838200" y="1297797"/>
            <a:ext cx="21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data into S3</a:t>
            </a:r>
          </a:p>
        </p:txBody>
      </p:sp>
    </p:spTree>
    <p:extLst>
      <p:ext uri="{BB962C8B-B14F-4D97-AF65-F5344CB8AC3E}">
        <p14:creationId xmlns:p14="http://schemas.microsoft.com/office/powerpoint/2010/main" val="928089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5731-F474-048C-D008-DB0810CB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825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AE349D-687B-5D45-E8C3-089D607F4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9194"/>
            <a:ext cx="10515600" cy="388419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71A36B-F1B5-1D85-BE80-C221171A183E}"/>
              </a:ext>
            </a:extLst>
          </p:cNvPr>
          <p:cNvSpPr txBox="1"/>
          <p:nvPr/>
        </p:nvSpPr>
        <p:spPr>
          <a:xfrm>
            <a:off x="963561" y="1448959"/>
            <a:ext cx="21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data into S3</a:t>
            </a:r>
          </a:p>
        </p:txBody>
      </p:sp>
    </p:spTree>
    <p:extLst>
      <p:ext uri="{BB962C8B-B14F-4D97-AF65-F5344CB8AC3E}">
        <p14:creationId xmlns:p14="http://schemas.microsoft.com/office/powerpoint/2010/main" val="254424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728E-A56D-86CF-7105-2F54630D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E8408-F48D-E628-49AC-DA76CDBB1B0E}"/>
              </a:ext>
            </a:extLst>
          </p:cNvPr>
          <p:cNvSpPr txBox="1"/>
          <p:nvPr/>
        </p:nvSpPr>
        <p:spPr>
          <a:xfrm>
            <a:off x="993059" y="1159152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AWS Glue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2CB6A1-09DB-29B8-C0FF-60002B2CB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13" y="2249475"/>
            <a:ext cx="10515600" cy="1792823"/>
          </a:xfrm>
        </p:spPr>
      </p:pic>
    </p:spTree>
    <p:extLst>
      <p:ext uri="{BB962C8B-B14F-4D97-AF65-F5344CB8AC3E}">
        <p14:creationId xmlns:p14="http://schemas.microsoft.com/office/powerpoint/2010/main" val="2840059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4680-4B71-E0CB-4F8C-01751F8A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044BA-13CA-3938-3D5A-392064D51267}"/>
              </a:ext>
            </a:extLst>
          </p:cNvPr>
          <p:cNvSpPr txBox="1"/>
          <p:nvPr/>
        </p:nvSpPr>
        <p:spPr>
          <a:xfrm>
            <a:off x="838200" y="1159152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AWS Glue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21B0C1-684C-BE4A-ABEA-F6A6347DA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7011"/>
            <a:ext cx="10515600" cy="3708565"/>
          </a:xfrm>
        </p:spPr>
      </p:pic>
    </p:spTree>
    <p:extLst>
      <p:ext uri="{BB962C8B-B14F-4D97-AF65-F5344CB8AC3E}">
        <p14:creationId xmlns:p14="http://schemas.microsoft.com/office/powerpoint/2010/main" val="113556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BC81-7A30-5F8D-E29A-FA2A51FD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DB485-BEDF-7408-DC52-98DEB9E7389D}"/>
              </a:ext>
            </a:extLst>
          </p:cNvPr>
          <p:cNvSpPr txBox="1"/>
          <p:nvPr/>
        </p:nvSpPr>
        <p:spPr>
          <a:xfrm>
            <a:off x="916858" y="1191513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AWS Glue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8500E4-0670-CBBF-7BA7-BDACFB66A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58" y="1796128"/>
            <a:ext cx="9776544" cy="4351338"/>
          </a:xfrm>
        </p:spPr>
      </p:pic>
    </p:spTree>
    <p:extLst>
      <p:ext uri="{BB962C8B-B14F-4D97-AF65-F5344CB8AC3E}">
        <p14:creationId xmlns:p14="http://schemas.microsoft.com/office/powerpoint/2010/main" val="318315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C926-4ADD-A246-320C-B9A76387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434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2A7BB7-ED29-C8C1-E8C1-CEC9EDFD4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1537"/>
            <a:ext cx="9145669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260A9A-5055-0598-550D-E59A689B48EF}"/>
              </a:ext>
            </a:extLst>
          </p:cNvPr>
          <p:cNvSpPr txBox="1"/>
          <p:nvPr/>
        </p:nvSpPr>
        <p:spPr>
          <a:xfrm>
            <a:off x="973394" y="1347019"/>
            <a:ext cx="167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Step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81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5625-D2D9-D163-DCBC-AA5830BC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"/>
            <a:ext cx="10515600" cy="1325563"/>
          </a:xfrm>
        </p:spPr>
        <p:txBody>
          <a:bodyPr/>
          <a:lstStyle/>
          <a:p>
            <a:r>
              <a:rPr lang="en-IN" dirty="0"/>
              <a:t>Snapshot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C233F-4374-AF9F-E647-0EE46DB29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9797"/>
            <a:ext cx="10515600" cy="357051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7554D5-B9F9-67C5-572E-E70BE8212EEF}"/>
              </a:ext>
            </a:extLst>
          </p:cNvPr>
          <p:cNvSpPr txBox="1"/>
          <p:nvPr/>
        </p:nvSpPr>
        <p:spPr>
          <a:xfrm>
            <a:off x="906780" y="1292429"/>
            <a:ext cx="214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Track metrics</a:t>
            </a:r>
          </a:p>
        </p:txBody>
      </p:sp>
    </p:spTree>
    <p:extLst>
      <p:ext uri="{BB962C8B-B14F-4D97-AF65-F5344CB8AC3E}">
        <p14:creationId xmlns:p14="http://schemas.microsoft.com/office/powerpoint/2010/main" val="1814672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1FA1-5ECF-96E2-2037-773FAC27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50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EE690-BB89-4E30-7920-C7D7E0764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4954"/>
            <a:ext cx="8505701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E3BA6-E2AC-E2BA-CB81-C44F93AA475B}"/>
              </a:ext>
            </a:extLst>
          </p:cNvPr>
          <p:cNvSpPr txBox="1"/>
          <p:nvPr/>
        </p:nvSpPr>
        <p:spPr>
          <a:xfrm>
            <a:off x="838200" y="1266151"/>
            <a:ext cx="242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Result of Track Metrics</a:t>
            </a:r>
          </a:p>
        </p:txBody>
      </p:sp>
    </p:spTree>
    <p:extLst>
      <p:ext uri="{BB962C8B-B14F-4D97-AF65-F5344CB8AC3E}">
        <p14:creationId xmlns:p14="http://schemas.microsoft.com/office/powerpoint/2010/main" val="2501720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30-AF2A-8DEE-2143-052B1579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E3515-6A78-0602-E852-6E963879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67891"/>
            <a:ext cx="10515600" cy="40668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41828-6086-D88E-DECB-34A3B174D4EC}"/>
              </a:ext>
            </a:extLst>
          </p:cNvPr>
          <p:cNvSpPr txBox="1"/>
          <p:nvPr/>
        </p:nvSpPr>
        <p:spPr>
          <a:xfrm>
            <a:off x="838200" y="1307557"/>
            <a:ext cx="133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3 songs</a:t>
            </a:r>
          </a:p>
        </p:txBody>
      </p:sp>
    </p:spTree>
    <p:extLst>
      <p:ext uri="{BB962C8B-B14F-4D97-AF65-F5344CB8AC3E}">
        <p14:creationId xmlns:p14="http://schemas.microsoft.com/office/powerpoint/2010/main" val="421655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F9DC-705B-A8FB-8BF0-9D9F9728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9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4275E5-58A1-6739-5AA6-C126551D9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68" y="1943613"/>
            <a:ext cx="8462238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7152AF-11CE-1181-3A07-3562191C74AE}"/>
              </a:ext>
            </a:extLst>
          </p:cNvPr>
          <p:cNvSpPr txBox="1"/>
          <p:nvPr/>
        </p:nvSpPr>
        <p:spPr>
          <a:xfrm>
            <a:off x="838200" y="1444882"/>
            <a:ext cx="2282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Result of Top 3 Songs</a:t>
            </a:r>
          </a:p>
        </p:txBody>
      </p:sp>
    </p:spTree>
    <p:extLst>
      <p:ext uri="{BB962C8B-B14F-4D97-AF65-F5344CB8AC3E}">
        <p14:creationId xmlns:p14="http://schemas.microsoft.com/office/powerpoint/2010/main" val="334591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EE6E-3BEF-9C93-53D1-2280809F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552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AF748B-20B0-7A73-2736-45C1AE988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6162"/>
            <a:ext cx="10515600" cy="41407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0AB654-ED6E-E26F-B836-F8A5274A189A}"/>
              </a:ext>
            </a:extLst>
          </p:cNvPr>
          <p:cNvSpPr txBox="1"/>
          <p:nvPr/>
        </p:nvSpPr>
        <p:spPr>
          <a:xfrm>
            <a:off x="838200" y="1264449"/>
            <a:ext cx="162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Top 5 Genres</a:t>
            </a:r>
          </a:p>
        </p:txBody>
      </p:sp>
    </p:spTree>
    <p:extLst>
      <p:ext uri="{BB962C8B-B14F-4D97-AF65-F5344CB8AC3E}">
        <p14:creationId xmlns:p14="http://schemas.microsoft.com/office/powerpoint/2010/main" val="2004581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C573-54FB-B186-F9B4-69BA2E02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237305"/>
            <a:ext cx="10515600" cy="1325563"/>
          </a:xfrm>
        </p:spPr>
        <p:txBody>
          <a:bodyPr/>
          <a:lstStyle/>
          <a:p>
            <a:r>
              <a:rPr lang="en-IN" dirty="0"/>
              <a:t>Snapshot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B7971-B12E-A535-710F-C2CB31321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13" y="2140257"/>
            <a:ext cx="8993177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E2C76-44AB-38B2-FDCA-9A54BA8DE331}"/>
              </a:ext>
            </a:extLst>
          </p:cNvPr>
          <p:cNvSpPr txBox="1"/>
          <p:nvPr/>
        </p:nvSpPr>
        <p:spPr>
          <a:xfrm>
            <a:off x="771456" y="1378202"/>
            <a:ext cx="239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Result of Top 5 Genres</a:t>
            </a:r>
          </a:p>
        </p:txBody>
      </p:sp>
    </p:spTree>
    <p:extLst>
      <p:ext uri="{BB962C8B-B14F-4D97-AF65-F5344CB8AC3E}">
        <p14:creationId xmlns:p14="http://schemas.microsoft.com/office/powerpoint/2010/main" val="554768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Identified Top Songs per Genre (daily) to track music popularity.</a:t>
            </a:r>
          </a:p>
          <a:p>
            <a:endParaRPr lang="en-IN" sz="2000" dirty="0"/>
          </a:p>
          <a:p>
            <a:r>
              <a:rPr lang="en-IN" sz="2000" dirty="0"/>
              <a:t>Highlighted Top Genres overall, showing user listening trends.</a:t>
            </a:r>
          </a:p>
          <a:p>
            <a:endParaRPr lang="en-IN" sz="2000" dirty="0"/>
          </a:p>
          <a:p>
            <a:r>
              <a:rPr lang="en-IN" sz="2000" dirty="0"/>
              <a:t>Calculated user engagement metrics - total listens, unique users, and listening duration.</a:t>
            </a:r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86722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057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/>
              <a:t>Real-Time Data Processing 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Automated Data Ingestion and Crawling</a:t>
            </a:r>
            <a:endParaRPr lang="en-IN" sz="2000" b="1" dirty="0"/>
          </a:p>
          <a:p>
            <a:pPr marL="457200" lvl="1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Integrate Boto3 SDK</a:t>
            </a: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96940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1838C1-F181-55A5-0382-8C84EA7D8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51" y="1992721"/>
            <a:ext cx="5430008" cy="2581635"/>
          </a:xfrm>
        </p:spPr>
      </p:pic>
    </p:spTree>
    <p:extLst>
      <p:ext uri="{BB962C8B-B14F-4D97-AF65-F5344CB8AC3E}">
        <p14:creationId xmlns:p14="http://schemas.microsoft.com/office/powerpoint/2010/main" val="18192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239</Words>
  <Application>Microsoft Office PowerPoint</Application>
  <PresentationFormat>Widescreen</PresentationFormat>
  <Paragraphs>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Music Insights</vt:lpstr>
      <vt:lpstr>Team Members</vt:lpstr>
      <vt:lpstr>Project Overview</vt:lpstr>
      <vt:lpstr>Use Cases</vt:lpstr>
      <vt:lpstr>Input Data Overview</vt:lpstr>
      <vt:lpstr>Input Data Overview</vt:lpstr>
      <vt:lpstr>Input Data Overview</vt:lpstr>
      <vt:lpstr>High-Level Architecture</vt:lpstr>
      <vt:lpstr>Snapshot</vt:lpstr>
      <vt:lpstr>Snapshot</vt:lpstr>
      <vt:lpstr>Snapshot</vt:lpstr>
      <vt:lpstr>Snapshot</vt:lpstr>
      <vt:lpstr>Snapshot</vt:lpstr>
      <vt:lpstr>Snapshot</vt:lpstr>
      <vt:lpstr>Snapshot</vt:lpstr>
      <vt:lpstr>Snapshot </vt:lpstr>
      <vt:lpstr>Snapshot</vt:lpstr>
      <vt:lpstr>Snapshot</vt:lpstr>
      <vt:lpstr>Snapshot</vt:lpstr>
      <vt:lpstr>Snapshot</vt:lpstr>
      <vt:lpstr>Snapshot</vt:lpstr>
      <vt:lpstr>Analytical Insights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Nagabhushan Mamadapur</dc:creator>
  <cp:lastModifiedBy>Pavan Shetti</cp:lastModifiedBy>
  <cp:revision>24</cp:revision>
  <dcterms:created xsi:type="dcterms:W3CDTF">2025-10-27T09:00:12Z</dcterms:created>
  <dcterms:modified xsi:type="dcterms:W3CDTF">2025-11-06T11:31:56Z</dcterms:modified>
</cp:coreProperties>
</file>